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Cognitive Resume Fit Analyzer (CRFA)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AI-Based Resume Screening System</a:t>
            </a:r>
          </a:p>
          <a:p>
            <a:pPr lvl="1"/>
            <a:r>
              <a:t>Capstone Project - Artificial Intelligence</a:t>
            </a:r>
          </a:p>
          <a:p>
            <a:pPr lvl="1"/>
            <a:r>
              <a:t>Abhishek Patnaik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resume screening is time-consuming and biased.</a:t>
            </a:r>
          </a:p>
          <a:p>
            <a:pPr lvl="1"/>
            <a:r>
              <a:t>Recruiters struggle with large applicant volumes.</a:t>
            </a:r>
          </a:p>
          <a:p>
            <a:pPr lvl="1"/>
            <a:r>
              <a:t>Need for intelligent and automated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an AI-driven resume evaluation framework.</a:t>
            </a:r>
          </a:p>
          <a:p>
            <a:pPr lvl="1"/>
            <a:r>
              <a:t>Rank candidates based on multi-dimensional scoring.</a:t>
            </a:r>
          </a:p>
          <a:p>
            <a:pPr lvl="1"/>
            <a:r>
              <a:t>Provide explainable and data-driven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Layer: Job Description + Resumes</a:t>
            </a:r>
          </a:p>
          <a:p>
            <a:pPr lvl="1"/>
            <a:r>
              <a:t>Processing Layer: NLP + Transformer + Scoring Engine</a:t>
            </a:r>
          </a:p>
          <a:p>
            <a:pPr lvl="1"/>
            <a:r>
              <a:t>Output Layer: Ranking + AI Fit Score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pPr lvl="1"/>
            <a:r>
              <a:t>Google Colab</a:t>
            </a:r>
          </a:p>
          <a:p>
            <a:pPr lvl="1"/>
            <a:r>
              <a:t>Sentence-Transformers</a:t>
            </a:r>
          </a:p>
          <a:p>
            <a:pPr lvl="1"/>
            <a:r>
              <a:t>Pandas, NumPy,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Cleaning and Normalization</a:t>
            </a:r>
          </a:p>
          <a:p>
            <a:pPr lvl="1"/>
            <a:r>
              <a:t>Experience Extraction using Regex</a:t>
            </a:r>
          </a:p>
          <a:p>
            <a:pPr lvl="1"/>
            <a:r>
              <a:t>Skill Keyword Identification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Intelligence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Transformer Model: all-MiniLM-L6-v2</a:t>
            </a:r>
          </a:p>
          <a:p>
            <a:pPr lvl="1"/>
            <a:r>
              <a:t>Generates contextual embeddings</a:t>
            </a:r>
          </a:p>
          <a:p>
            <a:pPr lvl="1"/>
            <a:r>
              <a:t>Cosine similarity for semantic matching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Multi-Dimensional Scoring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Semantic Similarity Score (50%)</a:t>
            </a:r>
          </a:p>
          <a:p>
            <a:pPr lvl="1"/>
            <a:r>
              <a:t>2. Skill Relevance Score (30%)</a:t>
            </a:r>
          </a:p>
          <a:p>
            <a:pPr lvl="1"/>
            <a:r>
              <a:t>3. Experience Score (20%)</a:t>
            </a:r>
          </a:p>
          <a:p>
            <a:pPr lvl="1"/>
            <a:r>
              <a:t>Hybrid weighted AI evaluation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Scoring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Skill Matrix</a:t>
            </a:r>
          </a:p>
          <a:p>
            <a:pPr lvl="1"/>
            <a:r>
              <a:t>Verilog, FPGA, Digital Design</a:t>
            </a:r>
          </a:p>
          <a:p>
            <a:pPr lvl="1"/>
            <a:r>
              <a:t>ASIC, Python, Machine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Quantification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Years of experience extracted via regex.</a:t>
            </a:r>
          </a:p>
          <a:p>
            <a:pPr lvl="1"/>
            <a:r>
              <a:t>Normalized scoring scale (0–1).</a:t>
            </a:r>
          </a:p>
          <a:p>
            <a:pPr lvl="1"/>
            <a:r>
              <a:t>Adds real-world evaluation depth.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AI Fit Score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Score = (0.5 × Semantic)</a:t>
            </a:r>
          </a:p>
          <a:p>
            <a:pPr lvl="1"/>
            <a:r>
              <a:t>+ (0.3 × Skill)</a:t>
            </a:r>
          </a:p>
          <a:p>
            <a:pPr lvl="1"/>
            <a:r>
              <a:t>+ (0.2 × Experience)</a:t>
            </a:r>
          </a:p>
          <a:p>
            <a:pPr lvl="1"/>
            <a:r>
              <a:t>Ranks candidates intelligently.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Candidates ranked based on AI Fit Score.</a:t>
            </a:r>
          </a:p>
          <a:p>
            <a:pPr lvl="1"/>
            <a:r>
              <a:t>DataFrame output generated.</a:t>
            </a:r>
          </a:p>
          <a:p>
            <a:pPr lvl="1"/>
            <a:r>
              <a:t>Visualization using bar graph.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Transformer-Based NLP</a:t>
            </a:r>
          </a:p>
          <a:p>
            <a:pPr lvl="1"/>
            <a:r>
              <a:t>✔ Explainable AI scoring</a:t>
            </a:r>
          </a:p>
          <a:p>
            <a:pPr lvl="1"/>
            <a:r>
              <a:t>✔ Modular Architecture</a:t>
            </a:r>
          </a:p>
          <a:p>
            <a:pPr lvl="1"/>
            <a:r>
              <a:t>✔ Online Deployable (Colab)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Implementation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Colab Notebook:</a:t>
            </a:r>
          </a:p>
          <a:p>
            <a:pPr lvl="1"/>
            <a:r>
              <a:t>https://colab.research.google.com/drive/17huT2C845vfXxMD2A3Nl8qVsxGaEcwWY?usp=sharing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automated hiring assistance.</a:t>
            </a:r>
          </a:p>
          <a:p>
            <a:pPr lvl="1"/>
            <a:r>
              <a:t>Can be extended to real resume PDFs.</a:t>
            </a:r>
          </a:p>
          <a:p>
            <a:pPr lvl="1"/>
            <a:r>
              <a:t>Future: Deploy as web application using Streamlit.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